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4A94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7315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8288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back_populate_tables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1371600" y="26517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relationship management for QuantDB leaf tables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371600" y="32918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4A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#19 — F006 Specific Back Propagate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14400" y="4297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Troy Sincomb  |  SciCrunch/quantitative-db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27C8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9319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258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2801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Complex Table Hierarchies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192024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QuantDB stores neuroanatomical measurements across 14+ tables with strict foreign key dependencies.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 tables like ValuesCat and ValuesQuant depend on nearly every other table in the schema.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foreign key management is error-prone and unscalable.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754880" y="1097280"/>
            <a:ext cx="39319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2588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532120" y="12801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Dependency Depth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5029200" y="19659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4A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600" dirty="0"/>
          </a:p>
        </p:txBody>
      </p:sp>
      <p:sp>
        <p:nvSpPr>
          <p:cNvPr id="12" name="Text 8"/>
          <p:cNvSpPr/>
          <p:nvPr/>
        </p:nvSpPr>
        <p:spPr>
          <a:xfrm>
            <a:off x="5943600" y="19659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tables for ValuesCat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029200" y="28346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4A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600" dirty="0"/>
          </a:p>
        </p:txBody>
      </p:sp>
      <p:sp>
        <p:nvSpPr>
          <p:cNvPr id="14" name="Text 10"/>
          <p:cNvSpPr/>
          <p:nvPr/>
        </p:nvSpPr>
        <p:spPr>
          <a:xfrm>
            <a:off x="5943600" y="28346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tables for ValuesQuant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029200" y="37033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4A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600" dirty="0"/>
          </a:p>
        </p:txBody>
      </p:sp>
      <p:sp>
        <p:nvSpPr>
          <p:cNvPr id="16" name="Text 12"/>
          <p:cNvSpPr/>
          <p:nvPr/>
        </p:nvSpPr>
        <p:spPr>
          <a:xfrm>
            <a:off x="5943600" y="37033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tiers in the hierarchy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27C8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4-Tier Table Hierarchy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548640" cy="548640"/>
          </a:xfrm>
          <a:prstGeom prst="ellipse">
            <a:avLst/>
          </a:prstGeom>
          <a:solidFill>
            <a:srgbClr val="127C8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51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10515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Root Tables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474720" y="1005840"/>
            <a:ext cx="5212080" cy="640080"/>
          </a:xfrm>
          <a:prstGeom prst="rect">
            <a:avLst/>
          </a:prstGeom>
          <a:solidFill>
            <a:srgbClr val="F7F3ED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0" y="1005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Addresses, Aspects, Units, ControlledTerms, DescriptorsInst, Objects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103120"/>
            <a:ext cx="548640" cy="548640"/>
          </a:xfrm>
          <a:prstGeom prst="ellipse">
            <a:avLst/>
          </a:prstGeom>
          <a:solidFill>
            <a:srgbClr val="1BA3B4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71600" y="21031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Intermediate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474720" y="2057400"/>
            <a:ext cx="5212080" cy="640080"/>
          </a:xfrm>
          <a:prstGeom prst="rect">
            <a:avLst/>
          </a:prstGeom>
          <a:solidFill>
            <a:srgbClr val="F7F3ED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57600" y="20574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DescriptorsCat, DescriptorsQuant, ValuesInst, ObjDescInst, ObjDescCat, ObjDescQuant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154680"/>
            <a:ext cx="548640" cy="548640"/>
          </a:xfrm>
          <a:prstGeom prst="ellipse">
            <a:avLst/>
          </a:prstGeom>
          <a:solidFill>
            <a:srgbClr val="F4A94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154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371600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Leaf Tables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474720" y="3108960"/>
            <a:ext cx="5212080" cy="640080"/>
          </a:xfrm>
          <a:prstGeom prst="rect">
            <a:avLst/>
          </a:prstGeom>
          <a:solidFill>
            <a:srgbClr val="F7F3ED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657600" y="31089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ValuesCat, ValuesQuant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206240"/>
            <a:ext cx="548640" cy="548640"/>
          </a:xfrm>
          <a:prstGeom prst="ellipse">
            <a:avLst/>
          </a:prstGeom>
          <a:solidFill>
            <a:srgbClr val="5A7A85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371600" y="4206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Self-Referencing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3474720" y="4160520"/>
            <a:ext cx="5212080" cy="640080"/>
          </a:xfrm>
          <a:prstGeom prst="rect">
            <a:avLst/>
          </a:prstGeom>
          <a:solidFill>
            <a:srgbClr val="F7F3ED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657600" y="41605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instance_parent, class_parent, aspect_parent, dataset_object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14400" y="1691640"/>
            <a:ext cx="0" cy="320040"/>
          </a:xfrm>
          <a:prstGeom prst="line">
            <a:avLst/>
          </a:prstGeom>
          <a:noFill/>
          <a:ln w="19050">
            <a:solidFill>
              <a:srgbClr val="5A7A85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914400" y="2743200"/>
            <a:ext cx="0" cy="320040"/>
          </a:xfrm>
          <a:prstGeom prst="line">
            <a:avLst/>
          </a:prstGeom>
          <a:noFill/>
          <a:ln w="19050">
            <a:solidFill>
              <a:srgbClr val="5A7A85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914400" y="3794760"/>
            <a:ext cx="0" cy="320040"/>
          </a:xfrm>
          <a:prstGeom prst="line">
            <a:avLst/>
          </a:prstGeom>
          <a:noFill/>
          <a:ln w="19050">
            <a:solidFill>
              <a:srgbClr val="5A7A85"/>
            </a:solidFill>
            <a:prstDash val="dash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4A9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back_populate_tables?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8046720" cy="1005840"/>
          </a:xfrm>
          <a:prstGeom prst="rect">
            <a:avLst/>
          </a:prstGeom>
          <a:solidFill>
            <a:srgbClr val="0B3D4C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0972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recursive SQLAlchemy function that traverses MANYTOONE relationships, creates or resolves all parent records, and commits the final object with all FK references intact.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393192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60604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2468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Recursive Traversal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280160" y="2834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Walks all MANYTOONE and MANYTOMANY relationships up the tree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2331720"/>
            <a:ext cx="393192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60604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0" y="2468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Auto-Create Parents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5486400" y="2834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parent record is missing, it's created on the fly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657600"/>
            <a:ext cx="393192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93192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80160" y="3794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Deduplication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1280160" y="4160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for existing records before inserting via filter_by + unique constraints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754880" y="3657600"/>
            <a:ext cx="393192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3931920"/>
            <a:ext cx="411480" cy="41148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486400" y="3794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Transaction Safety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5486400" y="4160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rollback on IntegrityError — no partial state left behind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27C8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 Works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457200" cy="457200"/>
          </a:xfrm>
          <a:prstGeom prst="ellipse">
            <a:avLst/>
          </a:prstGeom>
          <a:solidFill>
            <a:srgbClr val="127C8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1005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Inspect Relationships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474720" y="10058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through all MANYTOONE / MANYTOMANY relationships on the ORM mapper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1508760"/>
            <a:ext cx="0" cy="228600"/>
          </a:xfrm>
          <a:prstGeom prst="line">
            <a:avLst/>
          </a:prstGeom>
          <a:noFill/>
          <a:ln w="12700">
            <a:solidFill>
              <a:srgbClr val="5A7A85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127C8B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1783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Resolve Parents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74720" y="17830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parent: query DB by all columns. If found, sync attributes. If missing, proceed to create.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" y="2286000"/>
            <a:ext cx="0" cy="228600"/>
          </a:xfrm>
          <a:prstGeom prst="line">
            <a:avLst/>
          </a:prstGeom>
          <a:noFill/>
          <a:ln w="12700">
            <a:solidFill>
              <a:srgbClr val="5A7A85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48640" y="2560320"/>
            <a:ext cx="457200" cy="457200"/>
          </a:xfrm>
          <a:prstGeom prst="ellipse">
            <a:avLst/>
          </a:prstGeom>
          <a:solidFill>
            <a:srgbClr val="127C8B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2560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Recurse Upward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474720" y="25603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back_populate_tables() on each parent — ensuring grandparents exist first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77240" y="3063240"/>
            <a:ext cx="0" cy="228600"/>
          </a:xfrm>
          <a:prstGeom prst="line">
            <a:avLst/>
          </a:prstGeom>
          <a:noFill/>
          <a:ln w="12700">
            <a:solidFill>
              <a:srgbClr val="5A7A85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548640" y="3337560"/>
            <a:ext cx="457200" cy="457200"/>
          </a:xfrm>
          <a:prstGeom prst="ellipse">
            <a:avLst/>
          </a:prstGeom>
          <a:solidFill>
            <a:srgbClr val="F4A94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88720" y="3337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Commit or Merge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474720" y="33375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if the object itself exists. If new → db.add() + commit. If existing → db.merge() + sync.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3840480"/>
            <a:ext cx="0" cy="228600"/>
          </a:xfrm>
          <a:prstGeom prst="line">
            <a:avLst/>
          </a:prstGeom>
          <a:noFill/>
          <a:ln w="12700">
            <a:solidFill>
              <a:srgbClr val="5A7A85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48640" y="4114800"/>
            <a:ext cx="457200" cy="457200"/>
          </a:xfrm>
          <a:prstGeom prst="ellipse">
            <a:avLst/>
          </a:prstGeom>
          <a:solidFill>
            <a:srgbClr val="5A7A85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188720" y="4114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Error Handling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474720" y="41148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IntegrityError → full rollback + re-raise. UUIDs are converted to strings for consistency.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4A9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Required Population Order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560320" cy="502920"/>
          </a:xfrm>
          <a:prstGeom prst="rect">
            <a:avLst/>
          </a:prstGeom>
          <a:solidFill>
            <a:srgbClr val="127C8B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972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Root Tables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256032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73736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Addresses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Aspects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ControlledTerms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DescriptorsInst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Objects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91840" y="1097280"/>
            <a:ext cx="2560320" cy="502920"/>
          </a:xfrm>
          <a:prstGeom prst="rect">
            <a:avLst/>
          </a:prstGeom>
          <a:solidFill>
            <a:srgbClr val="1BA3B4"/>
          </a:solidFill>
          <a:ln/>
        </p:spPr>
      </p:sp>
      <p:sp>
        <p:nvSpPr>
          <p:cNvPr id="9" name="Text 7"/>
          <p:cNvSpPr/>
          <p:nvPr/>
        </p:nvSpPr>
        <p:spPr>
          <a:xfrm>
            <a:off x="3291840" y="10972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Intermediate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91840" y="1600200"/>
            <a:ext cx="256032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74720" y="173736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DescriptorsCat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DescriptorsQuant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ValuesInst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ObjDescInst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ObjDescCat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ObjDescQuant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26480" y="1097280"/>
            <a:ext cx="2560320" cy="502920"/>
          </a:xfrm>
          <a:prstGeom prst="rect">
            <a:avLst/>
          </a:prstGeom>
          <a:solidFill>
            <a:srgbClr val="F4A940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0972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Leaf (back_populate)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26480" y="1600200"/>
            <a:ext cx="2560320" cy="2651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09360" y="173736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ValuesCat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ValuesQuant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Handled by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B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back_populate_tables()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88036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571500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57200" y="4434840"/>
            <a:ext cx="8229600" cy="502920"/>
          </a:xfrm>
          <a:prstGeom prst="rect">
            <a:avLst/>
          </a:prstGeom>
          <a:solidFill>
            <a:srgbClr val="0B3D4C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34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4A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leaf tables use back_populate_tables — root and intermediate use get_or_create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27C8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Usage: Complete Ingestion 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solidFill>
            <a:srgbClr val="1E2A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051560"/>
            <a:ext cx="7772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Root tables (get_or_create)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addr = get_or_create(session, Addresses(addr_type='constant'))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unit = get_or_create(session, Units(label='mm', iri='...'))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Intermediate tables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desc_quant = get_or_create(session, DescriptorsQuant(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unit=unit.id, aspect=aspect.id, domain=desc_inst.id))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Create leaf object + set relationships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values_quant = ValuesQuant(value=42.5, value_blob={...})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values_quant.descriptors_inst = desc_inst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values_quant.descriptors_quant = desc_quant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values_quant.obj_desc_quant = obj_desc_quant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Let back_populate_tables handle everything</a:t>
            </a:r>
            <a:endParaRPr lang="en-US" sz="11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back_populate_tables(session, values_quant)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4A94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get_or_create  vs  back_populate_tables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93192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3931920" cy="457200"/>
          </a:xfrm>
          <a:prstGeom prst="rect">
            <a:avLst/>
          </a:prstGeom>
          <a:solidFill>
            <a:srgbClr val="127C8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058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get_or_create(session, obj)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3D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root &amp; intermediate tables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by all columns → if exists, return it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Fallback: query by unique constraints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not found → create, commit, return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IntegrityError → rollback, re-query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Handles: Addresses, Aspects, Units, ControlledTerms, DescriptorsInst, Objects, ObjDesc*, ValuesInst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393192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05840"/>
            <a:ext cx="3931920" cy="457200"/>
          </a:xfrm>
          <a:prstGeom prst="rect">
            <a:avLst/>
          </a:prstGeom>
          <a:solidFill>
            <a:srgbClr val="F4A940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0058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back_populate_tables(session, obj)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64592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3D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leaf tables only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Recurse all MANYTOONE relationships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or create each parent first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FK attributes from existing parents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final object with all refs intact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Handles: ValuesCat, ValuesQuant (7+ FK dependencies each)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27C8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Real-World Usage: F006 Ingestion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3931920"/>
          </a:xfrm>
          <a:prstGeom prst="rect">
            <a:avLst/>
          </a:prstGeom>
          <a:solidFill>
            <a:srgbClr val="1E2A3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05840"/>
            <a:ext cx="7863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f006_ingest.py — fiber/fascicle measurements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Load YAML mappings → creates root descriptors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descriptors = create_all_descriptors_from_yaml(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session, MAPPINGS_FILE)  # Aspects, Units, DescInst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Create dataset + package Objects (get_or_create)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dataset = get_or_create_dynamic(session, Objects,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{'id': DATASET_UUID, 'id_type': 'dataset'})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Loop CSV rows → create instances per subject/sample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row in csv_reader: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 = get_or_create_dynamic(session, ValuesInst,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{'type':'sample', 'id_formal':row['sam_id']})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4. Leaf values → back_populate handles all FKs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back_populate_with_dependencies(session,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'values_quant',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value=row['fiber_area'], desc_quant=dq, ...)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4A94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Testing: Validating Against Original ingest.py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93192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1430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Dual-Pipeline Strategy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31520" y="1691640"/>
            <a:ext cx="3474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D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implementations: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27C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quantdb/ingest.py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pipeline — manual FK wiring, calls ingest_fasc_fib() to fetch and insert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4A9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ingestion/f006_ingest.py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pipeline — uses back_populate_tables / back_populate_with_dependencies for leaf inserts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i="1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must produce identical databases when given the same F006 dataset input.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754880" y="1005840"/>
            <a:ext cx="393192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40680" y="11430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Gets Compared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73736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7C8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7C8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 counts per 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COUNT(*) across 10 tables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Aspects / Units / Terms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 + iri equality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DescriptorsInst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 + iri equality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Objects (dataset/pkg)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+ id_type equality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ValuesInst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id_formal + type + id_sub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ValuesQuant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+ orig_value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27C8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Suite Overview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26974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05840"/>
            <a:ext cx="2697480" cy="54864"/>
          </a:xfrm>
          <a:prstGeom prst="rect">
            <a:avLst/>
          </a:prstGeom>
          <a:solidFill>
            <a:srgbClr val="127C8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8872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3D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test_back_populate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B3D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_simple.py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423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— minimal objects. Creates one ValuesCat and one ValuesQuant with minimal parents, verifies back_populate resolves all FKs.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05840"/>
            <a:ext cx="26974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1005840"/>
            <a:ext cx="2697480" cy="54864"/>
          </a:xfrm>
          <a:prstGeom prst="rect">
            <a:avLst/>
          </a:prstGeom>
          <a:solidFill>
            <a:srgbClr val="1BA3B4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18872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3D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test_back_populate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B3D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_tables.py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83280" y="1920240"/>
            <a:ext cx="2423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tests — full hierarchy. Builds all 4 tiers (root → leaf), tests missing-parent creation, documents population order.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005840"/>
            <a:ext cx="26974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1005840"/>
            <a:ext cx="2697480" cy="54864"/>
          </a:xfrm>
          <a:prstGeom prst="rect">
            <a:avLst/>
          </a:prstGeom>
          <a:solidFill>
            <a:srgbClr val="F4A940"/>
          </a:solidFill>
          <a:ln/>
        </p:spPr>
      </p:sp>
      <p:sp>
        <p:nvSpPr>
          <p:cNvPr id="14" name="Text 12"/>
          <p:cNvSpPr/>
          <p:nvPr/>
        </p:nvSpPr>
        <p:spPr>
          <a:xfrm>
            <a:off x="6263640" y="118872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3D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test_f006_database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B3D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_comparison.py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63640" y="1920240"/>
            <a:ext cx="2423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comparison. Runs both ingest.py and f006_ingest.py, compares row counts + sample data across 10 tables.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977640"/>
            <a:ext cx="8412480" cy="960120"/>
          </a:xfrm>
          <a:prstGeom prst="rect">
            <a:avLst/>
          </a:prstGeom>
          <a:solidFill>
            <a:srgbClr val="F7F3ED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48640" y="4023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Comparison Workflow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434840"/>
            <a:ext cx="1188720" cy="365760"/>
          </a:xfrm>
          <a:prstGeom prst="rect">
            <a:avLst/>
          </a:prstGeom>
          <a:solidFill>
            <a:srgbClr val="127C8B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434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DB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691640" y="44348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920240" y="4434840"/>
            <a:ext cx="1188720" cy="365760"/>
          </a:xfrm>
          <a:prstGeom prst="rect">
            <a:avLst/>
          </a:prstGeom>
          <a:solidFill>
            <a:srgbClr val="127C8B"/>
          </a:solidFill>
          <a:ln/>
        </p:spPr>
      </p:sp>
      <p:sp>
        <p:nvSpPr>
          <p:cNvPr id="22" name="Text 20"/>
          <p:cNvSpPr/>
          <p:nvPr/>
        </p:nvSpPr>
        <p:spPr>
          <a:xfrm>
            <a:off x="1920240" y="4434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ingest.py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63240" y="44348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383280" y="4434840"/>
            <a:ext cx="1188720" cy="365760"/>
          </a:xfrm>
          <a:prstGeom prst="rect">
            <a:avLst/>
          </a:prstGeom>
          <a:solidFill>
            <a:srgbClr val="127C8B"/>
          </a:solidFill>
          <a:ln/>
        </p:spPr>
      </p:sp>
      <p:sp>
        <p:nvSpPr>
          <p:cNvPr id="25" name="Text 23"/>
          <p:cNvSpPr/>
          <p:nvPr/>
        </p:nvSpPr>
        <p:spPr>
          <a:xfrm>
            <a:off x="3383280" y="4434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26280" y="44348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572000" y="4434840"/>
            <a:ext cx="1188720" cy="365760"/>
          </a:xfrm>
          <a:prstGeom prst="rect">
            <a:avLst/>
          </a:prstGeom>
          <a:solidFill>
            <a:srgbClr val="F4A940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0" y="4434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715000" y="44348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943600" y="4434840"/>
            <a:ext cx="1188720" cy="365760"/>
          </a:xfrm>
          <a:prstGeom prst="rect">
            <a:avLst/>
          </a:prstGeom>
          <a:solidFill>
            <a:srgbClr val="F4A940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0" y="4434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f006_ingest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86600" y="44348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498080" y="4434840"/>
            <a:ext cx="1188720" cy="365760"/>
          </a:xfrm>
          <a:prstGeom prst="rect">
            <a:avLst/>
          </a:prstGeom>
          <a:solidFill>
            <a:srgbClr val="F4A940"/>
          </a:solidFill>
          <a:ln/>
        </p:spPr>
      </p:sp>
      <p:sp>
        <p:nvSpPr>
          <p:cNvPr id="34" name="Text 32"/>
          <p:cNvSpPr/>
          <p:nvPr/>
        </p:nvSpPr>
        <p:spPr>
          <a:xfrm>
            <a:off x="7498080" y="4434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286000" y="4023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 compare row counts + sample data  =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4A94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F006 Dataset Application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0233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234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F006 Ingests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31520" y="1828800"/>
            <a:ext cx="3566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Neuroanatomical measurements from micro-CT imaging including: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Nerve volumes (mm³)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 diameters (μm)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Fiber-fascicle hierarchies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Subject/sample metadata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InterLex term mappings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63440" y="1097280"/>
            <a:ext cx="40233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801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40680" y="1234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back_populate Helps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4937760" y="1828800"/>
            <a:ext cx="3566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F006 ingestion pipeline uses back_populate_tables for: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ValuesCat — modality tags (micro-CT)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ValuesQuant — actual measurements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avoids manually wiring 7+ FK relationships per measurement row.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27C8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3D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Practices &amp; Pitfalls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931920" cy="3749040"/>
          </a:xfrm>
          <a:prstGeom prst="rect">
            <a:avLst/>
          </a:prstGeom>
          <a:solidFill>
            <a:srgbClr val="E8F6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43000" y="1143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7C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31520" y="1691640"/>
            <a:ext cx="34747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Root → Intermediate → Leaf order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all relationship properties before calling back_populate_tables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get_or_create for root and intermediate tables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ID patterns: sub- for subjects, sam- for samples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set id_file on package-type Objects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754880" y="1005840"/>
            <a:ext cx="3931920" cy="3749040"/>
          </a:xfrm>
          <a:prstGeom prst="rect">
            <a:avLst/>
          </a:prstGeom>
          <a:solidFill>
            <a:srgbClr val="FDF2E9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40680" y="1143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A9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Don't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5029200" y="1691640"/>
            <a:ext cx="34747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the population order — FK violations guaranteed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dataset objects in obj_desc_* tables (only packages)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manage leaf table FKs — let back_populate handle it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 required enum values (address_type, instance_type, etc.)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circular deps will resolve — they won't without recursion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D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4A94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7315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1097280" y="274320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0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back_populate_tables recursively resolves all parent relationships for leaf tables</a:t>
            </a:r>
            <a:endParaRPr lang="en-US" sz="1600" dirty="0"/>
          </a:p>
          <a:p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0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follow Root → Intermediate → Leaf population order</a:t>
            </a:r>
            <a:endParaRPr lang="en-US" sz="1600" dirty="0"/>
          </a:p>
          <a:p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0F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get_or_create for early tiers, back_populate for leaf tables only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914400" y="4480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github.com/SciCrunch/quantitative-db/pull/19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QuantDB back_populate_tables</dc:title>
  <dc:subject>PptxGenJS Presentation</dc:subject>
  <dc:creator>Troy Sincomb</dc:creator>
  <cp:lastModifiedBy>Troy Sincomb</cp:lastModifiedBy>
  <cp:revision>1</cp:revision>
  <dcterms:created xsi:type="dcterms:W3CDTF">2026-03-02T19:40:47Z</dcterms:created>
  <dcterms:modified xsi:type="dcterms:W3CDTF">2026-03-02T19:40:47Z</dcterms:modified>
</cp:coreProperties>
</file>