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9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back_populate_tables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371600" y="2651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relationship management for QuantDB leaf tables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0" y="3291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#19 — F006 Specific Back Propagate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Troy Sincomb  |  SciCrunch/quantitative-db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7C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 Table Hierarchies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19202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QuantDB stores neuroanatomical measurements across 14+ tables with strict foreign key dependencies.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tables like ValuesCat and ValuesQuant depend on nearly every other table in the schema.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foreign key management is error-prone and unscalable.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258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Dependency Depth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029200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594360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tables for ValuesCat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29200" y="28346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5943600" y="28346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tables for ValuesQuant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029200" y="3703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4A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2"/>
          <p:cNvSpPr/>
          <p:nvPr/>
        </p:nvSpPr>
        <p:spPr>
          <a:xfrm>
            <a:off x="5943600" y="3703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tiers in the hierarchy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7C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4-Tier Table Hierarchy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548640" cy="548640"/>
          </a:xfrm>
          <a:prstGeom prst="ellipse">
            <a:avLst/>
          </a:prstGeom>
          <a:solidFill>
            <a:srgbClr val="127C8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051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 Tables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474720" y="1005840"/>
            <a:ext cx="5212080" cy="640080"/>
          </a:xfrm>
          <a:prstGeom prst="rect">
            <a:avLst/>
          </a:prstGeom>
          <a:solidFill>
            <a:srgbClr val="F7F3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0" y="1005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Addresses, Aspects, Units, ControlledTerms, DescriptorsInst, Objects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1BA3B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Intermediate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74720" y="2057400"/>
            <a:ext cx="5212080" cy="640080"/>
          </a:xfrm>
          <a:prstGeom prst="rect">
            <a:avLst/>
          </a:prstGeom>
          <a:solidFill>
            <a:srgbClr val="F7F3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0" y="2057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DescriptorsCat, DescriptorsQuant, ValuesInst, ObjDescInst, ObjDescCat, ObjDescQuant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F4A94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3154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Leaf Tables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474720" y="3108960"/>
            <a:ext cx="5212080" cy="640080"/>
          </a:xfrm>
          <a:prstGeom prst="rect">
            <a:avLst/>
          </a:prstGeom>
          <a:solidFill>
            <a:srgbClr val="F7F3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0" y="31089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ValuesCat, ValuesQuant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5A7A8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4206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Self-Referencing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474720" y="4160520"/>
            <a:ext cx="5212080" cy="640080"/>
          </a:xfrm>
          <a:prstGeom prst="rect">
            <a:avLst/>
          </a:prstGeom>
          <a:solidFill>
            <a:srgbClr val="F7F3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0" y="4160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instance_parent, class_parent, aspect_parent, dataset_object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1691640"/>
            <a:ext cx="0" cy="320040"/>
          </a:xfrm>
          <a:prstGeom prst="line">
            <a:avLst/>
          </a:prstGeom>
          <a:noFill/>
          <a:ln w="19050">
            <a:solidFill>
              <a:srgbClr val="5A7A85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14400" y="2743200"/>
            <a:ext cx="0" cy="320040"/>
          </a:xfrm>
          <a:prstGeom prst="line">
            <a:avLst/>
          </a:prstGeom>
          <a:noFill/>
          <a:ln w="19050">
            <a:solidFill>
              <a:srgbClr val="5A7A85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914400" y="3794760"/>
            <a:ext cx="0" cy="320040"/>
          </a:xfrm>
          <a:prstGeom prst="line">
            <a:avLst/>
          </a:prstGeom>
          <a:noFill/>
          <a:ln w="19050">
            <a:solidFill>
              <a:srgbClr val="5A7A85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back_populate_tables?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1005840"/>
          </a:xfrm>
          <a:prstGeom prst="rect">
            <a:avLst/>
          </a:prstGeom>
          <a:solidFill>
            <a:srgbClr val="0B3D4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recursive SQLAlchemy function that traverses MANYTOONE relationships, creates or resolves all parent records, and commits the final object with all FK references intact.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060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Recursive Traversal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016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all MANYTOONE and MANYTOMANY relationships up the tree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233172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6060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Auto-Create Parents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48640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parent record is missing, it's created on the fly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3192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Deduplication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280160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 existing records before inserting via filter_by + unique constraints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754880" y="36576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93192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Safety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486400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rollback on IntegrityError — no partial state left behind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7C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457200" cy="457200"/>
          </a:xfrm>
          <a:prstGeom prst="ellipse">
            <a:avLst/>
          </a:prstGeom>
          <a:solidFill>
            <a:srgbClr val="127C8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005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Inspect Relationships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0" y="1005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through all MANYTOONE / MANYTOMANY relationships on the ORM mapper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508760"/>
            <a:ext cx="0" cy="228600"/>
          </a:xfrm>
          <a:prstGeom prst="line">
            <a:avLst/>
          </a:prstGeom>
          <a:noFill/>
          <a:ln w="12700">
            <a:solidFill>
              <a:srgbClr val="5A7A8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127C8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 Parents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parent: query DB by all columns. If found, sync attributes. If missing, proceed to create.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2286000"/>
            <a:ext cx="0" cy="228600"/>
          </a:xfrm>
          <a:prstGeom prst="line">
            <a:avLst/>
          </a:prstGeom>
          <a:noFill/>
          <a:ln w="12700">
            <a:solidFill>
              <a:srgbClr val="5A7A85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rgbClr val="127C8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560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Recurse Upward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4720" y="25603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back_populate_tables() on each parent — ensuring grandparents exist first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3063240"/>
            <a:ext cx="0" cy="228600"/>
          </a:xfrm>
          <a:prstGeom prst="line">
            <a:avLst/>
          </a:prstGeom>
          <a:noFill/>
          <a:ln w="12700">
            <a:solidFill>
              <a:srgbClr val="5A7A85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F4A94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337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 or Merge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74720" y="33375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the object itself exists. If new → db.add() + commit. If existing → db.merge() + sync.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3840480"/>
            <a:ext cx="0" cy="228600"/>
          </a:xfrm>
          <a:prstGeom prst="line">
            <a:avLst/>
          </a:prstGeom>
          <a:noFill/>
          <a:ln w="12700">
            <a:solidFill>
              <a:srgbClr val="5A7A85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5A7A8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72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74720" y="4114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IntegrityError → full rollback + re-raise. UUIDs are converted to strings for consistency.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Required Population Order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502920"/>
          </a:xfrm>
          <a:prstGeom prst="rect">
            <a:avLst/>
          </a:prstGeom>
          <a:solidFill>
            <a:srgbClr val="127C8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 Tables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5603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7373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Aspects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ControlledTerms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DescriptorsInst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502920"/>
          </a:xfrm>
          <a:prstGeom prst="rect">
            <a:avLst/>
          </a:prstGeom>
          <a:solidFill>
            <a:srgbClr val="1BA3B4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Intermediate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600200"/>
            <a:ext cx="25603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7373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DescriptorsCat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DescriptorsQuant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ValuesInst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ObjDescInst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ObjDescCat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ObjDescQuant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560320" cy="502920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0972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Leaf (back_populate)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600200"/>
            <a:ext cx="256032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73736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ValuesCat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ValuesQuant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Handled by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back_populate_tables()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03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7150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0B3D4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A9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leaf tables use back_populate_tables — root and intermediate use get_or_create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7C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Usage: Complete Ingestion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solidFill>
            <a:srgbClr val="1E2A3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7772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Root tables (get_or_create)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 = get_or_create(session, Addresses(addr_type='constant'))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 = get_or_create(session, Units(label='mm', iri='...'))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Intermediate tables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desc_quant = get_or_create(session, DescriptorsQuant(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unit=unit.id, aspect=aspect.id, domain=desc_inst.id))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Create leaf object + set relationships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values_quant = ValuesQuant(value=42.5, value_blob={...})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values_quant.descriptors_inst = desc_inst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values_quant.descriptors_quant = desc_quant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values_quant.obj_desc_quant = obj_desc_quant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Let back_populate_tables handle everything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back_populate_tables(session, values_quant)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94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F006 Dataset Application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34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F006 Ingests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Neuroanatomical measurements from micro-CT imaging including: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Nerve volumes (mm³)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 diameters (μm)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Fiber-fascicle hierarchies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Subject/sample metadata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InterLex term mappings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109728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801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234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back_populate Helps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937760" y="182880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F006 ingestion pipeline uses back_populate_tables for: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ValuesCat — modality tags (micro-CT)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ValuesQuant — actual measurements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avoids manually wiring 7+ FK relationships per measurement row.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7C8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Practices &amp; Pitfalls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749040"/>
          </a:xfrm>
          <a:prstGeom prst="rect">
            <a:avLst/>
          </a:prstGeom>
          <a:solidFill>
            <a:srgbClr val="E8F6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143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7C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" y="169164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Root → Intermediate → Leaf order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all relationship properties before calling back_populate_tables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get_or_create for root and intermediate tables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ID patterns: sub- for subjects, sam- for samples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id_file on package-type Objects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3931920" cy="3749040"/>
          </a:xfrm>
          <a:prstGeom prst="rect">
            <a:avLst/>
          </a:prstGeom>
          <a:solidFill>
            <a:srgbClr val="FDF2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143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9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029200" y="169164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population order — FK violations guaranteed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dataset objects in obj_desc_* tables (only packages)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manage leaf table FKs — let back_populate handle it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required enum values (address_type, instance_type, etc.)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circular deps will resolve — they won't without recursion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9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1097280" y="27432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back_populate_tables recursively resolves all parent relationships for leaf tables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follow Root → Intermediate → Leaf population order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0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get_or_create for early tiers, back_populate for leaf tables only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github.com/SciCrunch/quantitative-db/pull/19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QuantDB back_populate_tables</dc:title>
  <dc:subject>PptxGenJS Presentation</dc:subject>
  <dc:creator>Troy Sincomb</dc:creator>
  <cp:lastModifiedBy>Troy Sincomb</cp:lastModifiedBy>
  <cp:revision>1</cp:revision>
  <dcterms:created xsi:type="dcterms:W3CDTF">2026-03-02T19:30:09Z</dcterms:created>
  <dcterms:modified xsi:type="dcterms:W3CDTF">2026-03-02T19:30:09Z</dcterms:modified>
</cp:coreProperties>
</file>